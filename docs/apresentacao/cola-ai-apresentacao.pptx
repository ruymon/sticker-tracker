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725a97c54e4ca7" /><Relationship Type="http://schemas.openxmlformats.org/officeDocument/2006/relationships/extended-properties" Target="/docProps/app.xml" Id="R24e34a37afe14e10" /><Relationship Type="http://schemas.openxmlformats.org/officeDocument/2006/relationships/officeDocument" Target="/ppt/presentation.xml" Id="R8989f8e0e233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6c12da5524748"/>
  </p:sldMasterIdLst>
  <p:notesMasterIdLst>
    <p:notesMasterId xmlns:r="http://schemas.openxmlformats.org/officeDocument/2006/relationships" r:id="R2dbfc821dcf94820"/>
  </p:notesMasterIdLst>
  <p:sldIdLst>
    <p:sldId xmlns:r="http://schemas.openxmlformats.org/officeDocument/2006/relationships" id="256" r:id="R926eaf78b64b4134"/>
    <p:sldId xmlns:r="http://schemas.openxmlformats.org/officeDocument/2006/relationships" id="257" r:id="R4c5293d91857481e"/>
    <p:sldId xmlns:r="http://schemas.openxmlformats.org/officeDocument/2006/relationships" id="258" r:id="R5165f5eb52a34c76"/>
    <p:sldId xmlns:r="http://schemas.openxmlformats.org/officeDocument/2006/relationships" id="259" r:id="Ref1af3fdb1104b02"/>
    <p:sldId xmlns:r="http://schemas.openxmlformats.org/officeDocument/2006/relationships" id="260" r:id="Rfb3f03c1a8274927"/>
    <p:sldId xmlns:r="http://schemas.openxmlformats.org/officeDocument/2006/relationships" id="261" r:id="Re2f32eb1fea843e5"/>
    <p:sldId xmlns:r="http://schemas.openxmlformats.org/officeDocument/2006/relationships" id="262" r:id="R989ec99d9bd84a71"/>
    <p:sldId xmlns:r="http://schemas.openxmlformats.org/officeDocument/2006/relationships" id="263" r:id="Rf438bdb5e7c74e11"/>
    <p:sldId xmlns:r="http://schemas.openxmlformats.org/officeDocument/2006/relationships" id="264" r:id="R5c0f6c6fc3874047"/>
    <p:sldId xmlns:r="http://schemas.openxmlformats.org/officeDocument/2006/relationships" id="265" r:id="Rd49c8fabd0a4428f"/>
    <p:sldId xmlns:r="http://schemas.openxmlformats.org/officeDocument/2006/relationships" id="266" r:id="Rf00957bb55e141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f06e41f0494a59" /><Relationship Type="http://schemas.openxmlformats.org/officeDocument/2006/relationships/slideMaster" Target="/ppt/slideMasters/slideMaster1.xml" Id="Rb6b6c12da5524748" /><Relationship Type="http://schemas.openxmlformats.org/officeDocument/2006/relationships/notesMaster" Target="/ppt/notesMasters/notesMaster1.xml" Id="R2dbfc821dcf94820" /><Relationship Type="http://schemas.openxmlformats.org/officeDocument/2006/relationships/presProps" Target="/ppt/presProps.xml" Id="Rf788465074ea4e52" /><Relationship Type="http://schemas.openxmlformats.org/officeDocument/2006/relationships/viewProps" Target="/ppt/viewProps.xml" Id="R901f9a86d7204857" /><Relationship Type="http://schemas.openxmlformats.org/officeDocument/2006/relationships/tableStyles" Target="/ppt/tableStyles.xml" Id="R5d8d01c887f44f5d" /><Relationship Type="http://schemas.openxmlformats.org/officeDocument/2006/relationships/slide" Target="/ppt/slides/slide1.xml" Id="R926eaf78b64b4134" /><Relationship Type="http://schemas.openxmlformats.org/officeDocument/2006/relationships/slide" Target="/ppt/slides/slide2.xml" Id="R4c5293d91857481e" /><Relationship Type="http://schemas.openxmlformats.org/officeDocument/2006/relationships/slide" Target="/ppt/slides/slide3.xml" Id="R5165f5eb52a34c76" /><Relationship Type="http://schemas.openxmlformats.org/officeDocument/2006/relationships/slide" Target="/ppt/slides/slide4.xml" Id="Ref1af3fdb1104b02" /><Relationship Type="http://schemas.openxmlformats.org/officeDocument/2006/relationships/slide" Target="/ppt/slides/slide5.xml" Id="Rfb3f03c1a8274927" /><Relationship Type="http://schemas.openxmlformats.org/officeDocument/2006/relationships/slide" Target="/ppt/slides/slide6.xml" Id="Re2f32eb1fea843e5" /><Relationship Type="http://schemas.openxmlformats.org/officeDocument/2006/relationships/slide" Target="/ppt/slides/slide7.xml" Id="R989ec99d9bd84a71" /><Relationship Type="http://schemas.openxmlformats.org/officeDocument/2006/relationships/slide" Target="/ppt/slides/slide8.xml" Id="Rf438bdb5e7c74e11" /><Relationship Type="http://schemas.openxmlformats.org/officeDocument/2006/relationships/slide" Target="/ppt/slides/slide9.xml" Id="R5c0f6c6fc3874047" /><Relationship Type="http://schemas.openxmlformats.org/officeDocument/2006/relationships/slide" Target="/ppt/slides/slide10.xml" Id="Rd49c8fabd0a4428f" /><Relationship Type="http://schemas.openxmlformats.org/officeDocument/2006/relationships/slide" Target="/ppt/slides/slide11.xml" Id="Rf00957bb55e1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5d2b8aade44f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81407a5be14e84" /><Relationship Type="http://schemas.openxmlformats.org/officeDocument/2006/relationships/notesMaster" Target="/ppt/notesMasters/notesMaster1.xml" Id="R0758cb4d616f4b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1727a61314007" /><Relationship Type="http://schemas.openxmlformats.org/officeDocument/2006/relationships/notesMaster" Target="/ppt/notesMasters/notesMaster1.xml" Id="R974677dba1b247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07a0fb49054818" /><Relationship Type="http://schemas.openxmlformats.org/officeDocument/2006/relationships/notesMaster" Target="/ppt/notesMasters/notesMaster1.xml" Id="Rf416524bb68743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8d07060964514" /><Relationship Type="http://schemas.openxmlformats.org/officeDocument/2006/relationships/notesMaster" Target="/ppt/notesMasters/notesMaster1.xml" Id="Rb2f5f924129746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86795f2ca54e99" /><Relationship Type="http://schemas.openxmlformats.org/officeDocument/2006/relationships/notesMaster" Target="/ppt/notesMasters/notesMaster1.xml" Id="R1d4a97c963f64c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6cfefeea664e02" /><Relationship Type="http://schemas.openxmlformats.org/officeDocument/2006/relationships/notesMaster" Target="/ppt/notesMasters/notesMaster1.xml" Id="R10461a62ba8146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c9846727c4c65" /><Relationship Type="http://schemas.openxmlformats.org/officeDocument/2006/relationships/notesMaster" Target="/ppt/notesMasters/notesMaster1.xml" Id="R51b0aff29ee547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02b3af922446ba" /><Relationship Type="http://schemas.openxmlformats.org/officeDocument/2006/relationships/notesMaster" Target="/ppt/notesMasters/notesMaster1.xml" Id="R8a0c4fb5272b47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60282b0e5f4cb7" /><Relationship Type="http://schemas.openxmlformats.org/officeDocument/2006/relationships/notesMaster" Target="/ppt/notesMasters/notesMaster1.xml" Id="R8b028fb2131d43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06e46e58f14d2d" /><Relationship Type="http://schemas.openxmlformats.org/officeDocument/2006/relationships/notesMaster" Target="/ppt/notesMasters/notesMaster1.xml" Id="Rb540dcc7711843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4961064a2343e9" /><Relationship Type="http://schemas.openxmlformats.org/officeDocument/2006/relationships/notesMaster" Target="/ppt/notesMasters/notesMaster1.xml" Id="R3d69c729208948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63fe1bd5149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e53425b6e4cd0" /><Relationship Type="http://schemas.openxmlformats.org/officeDocument/2006/relationships/slideLayout" Target="/ppt/slideLayouts/slideLayout1.xml" Id="Rc113fde5c52c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13fde5c52c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644353ebd4721" /><Relationship Type="http://schemas.openxmlformats.org/officeDocument/2006/relationships/notesSlide" Target="/ppt/notesSlides/notesSlide1.xml" Id="Re7aac667946f45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bfe41ce6f42a8" /><Relationship Type="http://schemas.openxmlformats.org/officeDocument/2006/relationships/notesSlide" Target="/ppt/notesSlides/notesSlide2.xml" Id="Ra5cbd356c51a43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be5b21cf14801" /><Relationship Type="http://schemas.openxmlformats.org/officeDocument/2006/relationships/notesSlide" Target="/ppt/notesSlides/notesSlide3.xml" Id="Rfa9d9189ae7a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3a1f67d4f4627" /><Relationship Type="http://schemas.openxmlformats.org/officeDocument/2006/relationships/notesSlide" Target="/ppt/notesSlides/notesSlide4.xml" Id="R5ba40fc82f5147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34e4da6349dc" /><Relationship Type="http://schemas.openxmlformats.org/officeDocument/2006/relationships/notesSlide" Target="/ppt/notesSlides/notesSlide5.xml" Id="Rcda1e2ff14974a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33defc4de462b" /><Relationship Type="http://schemas.openxmlformats.org/officeDocument/2006/relationships/notesSlide" Target="/ppt/notesSlides/notesSlide6.xml" Id="R3fc4d46a2d0047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57a0446540a3" /><Relationship Type="http://schemas.openxmlformats.org/officeDocument/2006/relationships/notesSlide" Target="/ppt/notesSlides/notesSlide7.xml" Id="R3e9eea4286f141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d34d733bf49d2" /><Relationship Type="http://schemas.openxmlformats.org/officeDocument/2006/relationships/notesSlide" Target="/ppt/notesSlides/notesSlide8.xml" Id="R6308a5bd032e42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040117af4420b" /><Relationship Type="http://schemas.openxmlformats.org/officeDocument/2006/relationships/notesSlide" Target="/ppt/notesSlides/notesSlide9.xml" Id="Rf1294b0439ee49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361179ac547c5" /><Relationship Type="http://schemas.openxmlformats.org/officeDocument/2006/relationships/notesSlide" Target="/ppt/notesSlides/notesSlide10.xml" Id="R28e1ffef95114b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a5d68cc294fc2" /><Relationship Type="http://schemas.openxmlformats.org/officeDocument/2006/relationships/notesSlide" Target="/ppt/notesSlides/notesSlide11.xml" Id="R0f778cdc9ea2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F24DC-6653-4B42-A318-3687F618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11A9-D6B9-4110-9980-2E87F0B7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Cola Aí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F0DFB-B8AC-48AA-9FBD-0190CE2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Tracker de Figurinhas da Copa do Mundo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4740-47CF-4DD2-AB1C-3BA957E5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A cola que o professor não pode reprovar.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1FC0C-9DFB-4BFC-A113-38048BD9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39243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D8086-C2F1-4128-95A3-42D5A693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POO em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D949A-73B6-4003-A33F-451F431C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81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Java · Swing · MySQL · JDBC ·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47D16-4A39-46A1-A2FD-9A1F49DD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31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Instituto Mauá de Tecnologia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E8BB6-D89A-4722-9369-3104F14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1/11</a:t>
            </a:r>
          </a:p>
        </p:txBody>
      </p:sp>
    </p:spTree>
    <p:extLst>
      <p:ext uri="{BB962C8B-B14F-4D97-AF65-F5344CB8AC3E}">
        <p14:creationId xmlns:p14="http://schemas.microsoft.com/office/powerpoint/2010/main" val="855608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32BD2-F1F8-46B8-83D3-90A8A2DE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F2AF2-83FF-4473-A95F-5FA4D91D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O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CCF34-FEF8-4919-B35B-27F28A0A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Colecionar é simples. Controlar 1034 figurinhas não 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58B3E-3194-45CD-B741-ECE4EAA8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817E4-93F5-46A1-9D44-4647D23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7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O colecionador perde a visão do que falta.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6BE4C-FCC1-488A-84F0-188CD40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95D4C-0E7A-48F0-B483-D54EBEBF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7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Repetidas ficam espalhadas em papel ou mensagens.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5C157-B527-4DB8-AEB0-40231728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4ED6B-2D13-43A4-963E-E12C01B2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7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Trocas dependem de listas manuais e desatualizadas.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70E9C-6529-4678-9B7B-D891778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0CFED-6E61-46B1-A9F5-E58CA96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7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Sem persistência, o controle se perde entre sessões.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5098A-7454-4E6C-A2B1-6C393E0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5F0C-FD20-4821-8A4F-846B1612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43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1034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768BB-05A2-4BEF-BEAE-58384B1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1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figurinhas no álbum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9E6FF-9B15-4ACB-857B-41793E12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2BAB8-D028-4E60-A89F-271423B1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43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CCFF4-9F36-498D-BF46-E861C5F7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1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perguntas principais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E5438-D009-41CE-A9E0-0AA40153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2/11</a:t>
            </a:r>
          </a:p>
        </p:txBody>
      </p:sp>
    </p:spTree>
    <p:extLst>
      <p:ext uri="{BB962C8B-B14F-4D97-AF65-F5344CB8AC3E}">
        <p14:creationId xmlns:p14="http://schemas.microsoft.com/office/powerpoint/2010/main" val="1174377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B770A-C3A0-474C-9FDC-32A5D188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341D-4526-45BC-8217-8CD6BF33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A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4A4CE-5EBB-47CA-AA18-FF3D8CB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Um app desktop para saber o que tem, o que falta e o que pode trocar.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917BA-B0FB-473A-ACB8-4D77699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7A73C-0D52-4045-81E8-5061A36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2A79A-52D8-4B46-BA9E-71BC79F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70735-F8EA-4773-81B7-A212AB5B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C296C-C666-4983-A703-56B0F433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Álbum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F4E38-7E2B-48E8-8A82-CAF25484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AB4CD-C6FB-4B59-B0E5-3F6772B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215E5-C80C-4E07-A22A-0215935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Repetidas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3F470-7991-4B4A-BADB-860B1475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F0B44-4EFA-42DD-A0BE-8755DD0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0672A-B38E-4335-B577-24249849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WhatsApp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F3D61-203D-478A-B2E8-47E487A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A8B6D-56D7-4315-A540-87208B76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Marca quantidade por figurinha.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7AB47-5DD6-4D90-8CE1-3B3085B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6CD34-CE43-4344-98AC-7A21EE9C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Filtra coletadas, faltantes e repetidas.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BEC9D-CDE5-4F94-A9EF-D066E6FD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10D9C-0F77-4602-B425-45FC25C1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Busca por código ou nome.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7D643-36FE-4FA6-9322-112B06C5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3C682-E0D1-4F37-805F-63ACBC7A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Gera lista de troca copiável.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0089A-0294-496E-80AA-C54A580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3/11</a:t>
            </a:r>
          </a:p>
        </p:txBody>
      </p:sp>
    </p:spTree>
    <p:extLst>
      <p:ext uri="{BB962C8B-B14F-4D97-AF65-F5344CB8AC3E}">
        <p14:creationId xmlns:p14="http://schemas.microsoft.com/office/powerpoint/2010/main" val="1480256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D6C2B-8CAA-44B2-BD30-9BFB7B5B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2D1F-5457-4814-B3B2-537A23F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Demo - HomeScreen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D99EB-32C3-463A-AD72-9B2593EA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Resumo da coleção e acesso rápido às repetidas.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380CD-FDDF-48A0-B70B-FE609CB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93434-8398-4EA1-944A-7030AC8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Cola Aí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F3714-F952-49C7-9359-BAA22291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A cola que o professor não pode reprovar.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905A9-3CDB-45B0-8FA3-437BA8CC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96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D56BB-435D-48B9-86DA-C8FD066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Sua Coleção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948BB-F21D-454E-AD1E-7D8B22D9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9.2%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4DAD9-1203-4498-91C9-117C93F6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B6A79-24CF-4C74-A8AF-8AE72BE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07F40-1C10-46A1-805B-7EEA523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95 coletadas · 939 faltando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3F256-A7E7-4D30-B8EA-E45E8C40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Adicionadas Recentemente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B9B6F-4BA1-42FA-9BD4-70B429F8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895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E6D73-EF62-44B3-8BE2-692D062B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BRA14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DF3A2-8693-4F34-89F8-B5FF6DA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895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06F56-FEEE-435A-9F3C-6603D67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MEX3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D2E25-AD74-4022-B503-D7E299BF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895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30645-DEF7-4F51-AA60-01756E6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ARG7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FD4C9-26C6-487B-B628-0C50B288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895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786D9-59D0-45B1-A80F-9949C015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FRA1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5288F-CDC0-4BE0-B9F5-B3DB1B76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895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E56F7-71BC-43A2-9755-19C9649E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USA8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387F3-34DA-41B8-9ADC-F06E5A5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895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7BCFC-87F9-426C-A9C7-4A3AF65D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FWC2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85802-64B1-425F-90BD-BB5F711A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52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1BD30-4316-4B55-8C02-7875EFB5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Repetidas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E5481-ED1B-40B2-892F-C2D24CB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MEX3  x2</a:t>
            </a:r>
          </a:p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BRA14 x3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90258-2823-4131-9133-7FD218F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4/11</a:t>
            </a:r>
          </a:p>
        </p:txBody>
      </p:sp>
    </p:spTree>
    <p:extLst>
      <p:ext uri="{BB962C8B-B14F-4D97-AF65-F5344CB8AC3E}">
        <p14:creationId xmlns:p14="http://schemas.microsoft.com/office/powerpoint/2010/main" val="80617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00D15-22C3-48F9-94AC-1E3F2ED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B1007-6CFD-4B6C-BE24-D275FFFD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Demo - AlbumScreen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1B094-B7E7-4AC9-A409-264572FA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Grid completo, filtros, busca e edição de quantidade.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4F030-45C7-4834-9A55-3E31CA21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382250" cy="4381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CCBE-F68E-4204-A45C-A8B05A76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Álbum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1423F-3B68-4C9E-9EC0-68CD999B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Panini FIFA World Cup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18703-EECB-4611-94B0-A609298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95 / 1034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FFF3B-40B6-4D93-9AC7-ED21B5E7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93949-EA41-46C0-A762-3DD3C411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Todas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C683E-0ADE-497D-9394-65EA44B8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5A58A-26A2-4D60-9687-829CFD33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Coletadas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34E94-AF2B-48C8-B78E-80C904EF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31D63-EF99-491E-A8A3-65F6581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Faltando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6FD63-5BB4-475E-B974-9B21CBAF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61E50-B509-433B-8A90-A6316A31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Repetidas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D4421-B984-4D0D-8B84-64A974CF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87DC5-73A9-454E-820F-5B61423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Buscar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CD626-2828-4575-8D0B-1C949164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Brazil (0/20)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50E3D-6C12-40F7-B8D6-3EFF9F9C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39B1E-4C5D-49C0-8DF7-82C3E5E3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BRA1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1D206-6116-470F-A03D-04380B2E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8B4F9-714C-41D2-827D-6CAA2A90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BRA2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3947B-04D8-4456-804D-AA1E138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1E72B-4279-48FA-A7E5-7A8FBE4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5EF20-4006-43B4-ADED-E73A98DC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3F6DF-EFF0-41AE-8AC8-2F9F835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86615-36D1-4D79-BA55-F4A9B226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47E48B-0CBA-41C5-82D2-73FD3B97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D2B28-AAC3-4E15-B919-28A9C025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63D05-A387-4CAF-A5A2-B344E7D8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6B12A-9613-414E-B08B-1C11E81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A59FF-C146-4852-9437-B1654D81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50253-2771-4FA4-97D5-E9EBE581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E14C2-E90E-41BF-9320-03EAC28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5755A-6849-4867-8D78-00242F03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EB952-B27C-45DC-B5E6-05E5C98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D90B42-8A76-4869-B853-2BB27063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5BCCE6-6CED-4C90-B4C8-B607AE5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4237E8-A317-4FD1-BC4E-27DD9972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1EE07-1622-4A47-9D80-3EB8553E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1227AD-0B3C-4699-BBDD-07C3408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B89018-ABDE-4C3A-A6C0-659BBA7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80F58F-FA7C-47D1-B1E5-3B7DFC04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CB32AF-95F2-411A-B999-C2669715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1F49BD-72CA-4DC3-A4FF-72F75C0F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0B9722-B767-44D5-8089-F2A5B465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A3A3"/>
                </a:solidFill>
                <a:latin typeface="Geist Mono"/>
                <a:ea typeface="Geist Mono"/>
                <a:cs typeface="Geist Mono"/>
              </a:defRPr>
            </a:pPr>
            <a:r>
              <a:t>BRA14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3A4C27-98FB-4BE7-B8BB-E989CBB9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5/11</a:t>
            </a:r>
          </a:p>
        </p:txBody>
      </p:sp>
    </p:spTree>
    <p:extLst>
      <p:ext uri="{BB962C8B-B14F-4D97-AF65-F5344CB8AC3E}">
        <p14:creationId xmlns:p14="http://schemas.microsoft.com/office/powerpoint/2010/main" val="510493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02505-9578-41A7-986A-31AE407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B8F8C-9435-4B22-8BE7-23CE429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Banco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BF873-33B5-4C68-B8D3-BF45194A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Modelagem simples, mas preparada para crescer.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0FF61-F852-47C1-9A56-B1DD3B3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4FA75-79D1-45F3-8D1D-2A7AB958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collections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A8A8D-02B2-4BD0-88DF-939F68E2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BE487-A335-4819-AE57-F5CD3D73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461AF-1CEA-4B82-96FC-7507515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sections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7AC7E-9B1B-4DAE-8C80-7492BB0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8F489-CA03-4D84-98F9-012F2190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CE2F6-3612-42C0-85FA-23E4CAF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stickers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EFADD-1412-4485-BED2-F958862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E2826-533E-49F9-A61C-249CF414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71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user_stickers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2E038-C4DC-42E0-BD43-CE88315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UUID como PK</a:t>
            </a:r>
          </a:p>
          <a:p xmlns:a="http://schemas.openxmlformats.org/drawingml/2006/main">
            <a:pPr algn="l">
              <a:defRPr sz="15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code único por coleção</a:t>
            </a:r>
          </a:p>
          <a:p xmlns:a="http://schemas.openxmlformats.org/drawingml/2006/main">
            <a:pPr algn="l">
              <a:defRPr sz="15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quantity define posse e repetidas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3D07B-6B78-4A2C-90B6-7F988469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Ausência de registro = não tem</a:t>
            </a:r>
          </a:p>
          <a:p xmlns:a="http://schemas.openxmlformats.org/drawingml/2006/main">
            <a:pPr algn="l">
              <a:defRPr sz="15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quantity &gt;= 1 = tem</a:t>
            </a:r>
          </a:p>
          <a:p xmlns:a="http://schemas.openxmlformats.org/drawingml/2006/main">
            <a:pPr algn="l">
              <a:defRPr sz="15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quantity &gt;= 2 = repetida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8B841-4948-4735-8D99-4AA0ED91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6/11</a:t>
            </a:r>
          </a:p>
        </p:txBody>
      </p:sp>
    </p:spTree>
    <p:extLst>
      <p:ext uri="{BB962C8B-B14F-4D97-AF65-F5344CB8AC3E}">
        <p14:creationId xmlns:p14="http://schemas.microsoft.com/office/powerpoint/2010/main" val="333444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813B3-82F6-4240-9FDC-89B6F7B6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C0698-4B02-4A9A-9E44-1C29B6B9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Ambiente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D9E8-84A4-463E-9FCF-FD70AB56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Reprodutível no banco, desktop nativo na interface.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DEEB1-8CAF-45D1-B1B5-EC891055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B9FC4-DE82-4F73-AA13-A7E772F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7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8042E-47A3-487C-8644-258B485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471AD-7FC2-49B1-848A-E91F3A5D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C5323-22B6-4E4F-99A0-87F2E053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MySQL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CDB26-229A-4042-9ACC-C0391301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60024-B1DA-4AA2-95DC-25CD131D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D3AF6-3DD4-4968-A1B2-564AF67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JDBC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7D0EA-B1A3-43A2-81A7-3C801AFE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D9FDA-BFD9-4A15-B33D-A5FF6CA2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F6231-0290-42E1-B421-146760C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Java Swing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53260-19F3-4D17-92E0-ECA2F93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9453A-6142-4608-B370-AD560409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0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Banco isolado e persistente com volume Docker.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C5745-7625-4CB3-803D-62F8BF3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EAE31-0D53-413A-BA55-BA35D824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0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App Java fora do container para usar a UI do sistema operacional.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C084F-C610-42DF-8F37-97CAA91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C7972-6756-4F1F-9E14-BCFC0D5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0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Queries explícitas, sem ORM e sem magia escondida.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D1D21-A677-4728-BBC5-F4E8CE8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7/11</a:t>
            </a:r>
          </a:p>
        </p:txBody>
      </p:sp>
    </p:spTree>
    <p:extLst>
      <p:ext uri="{BB962C8B-B14F-4D97-AF65-F5344CB8AC3E}">
        <p14:creationId xmlns:p14="http://schemas.microsoft.com/office/powerpoint/2010/main" val="487089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C4FD5-C932-40F3-854E-7EA2358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35932-CD0A-480A-98D6-9D39D24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Estrutura de arquivos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66BC-4AC9-4C0D-BAB1-EA3848B9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Camadas pequenas e responsabilidades previsíveis.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4DF45-5AAD-4EFA-B533-A2564E81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73600-8DAD-4764-891C-20E1297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B901D-E3A4-4B1B-9F79-C28AA65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Entidades puras em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FC25A-DA98-408C-A1AB-11C65DD5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6D76E-D0AB-4F9B-9CB5-6FFFF37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A36E0-E114-43F5-891C-34A951AA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Repositories com JDBC e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399AE-D561-4EF0-B7A0-4F97A5D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8C2A5-F520-48BE-A009-DECE875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infra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92CC1-7D75-4523-A35A-9306E276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Conexão e configuração de banco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58868-B45C-4F60-87C5-473D620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BD6E-E7C1-4885-A555-763C01F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 Mono"/>
                <a:ea typeface="Geist Mono"/>
                <a:cs typeface="Geist Mono"/>
              </a:defRPr>
            </a:pPr>
            <a:r>
              <a:t>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9DEB2-B3A3-4640-815B-8F60B32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Swing, componentes e telas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F6D65-6D90-4D18-8DE8-09BA8BDD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8/11</a:t>
            </a:r>
          </a:p>
        </p:txBody>
      </p:sp>
    </p:spTree>
    <p:extLst>
      <p:ext uri="{BB962C8B-B14F-4D97-AF65-F5344CB8AC3E}">
        <p14:creationId xmlns:p14="http://schemas.microsoft.com/office/powerpoint/2010/main" val="1870732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06EC8-98BE-43FF-B5F2-E2BD3D3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A5F32-75CA-402D-8EEA-89A7599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740FE-A267-4854-8534-2E7B31AE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Design system simples, componentes reutilizáveis e Swing manual.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D6194-1DCB-451D-A229-5400C80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9622D-FE15-49CA-9F0F-33D3E8F8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Theme.java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1B37B-8B70-4D9C-B6D4-8D56D951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tokens visuais centralizados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D139C-061B-4901-8251-C9FEF54A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406A9-4E97-4867-8C44-65B0DF1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Geist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80601-4811-42AC-81B3-607ED9B6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fonte carregada do classpath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0E918-52E5-4CC3-894A-CC3B739E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14419-D324-4EA8-982D-132C89C9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9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FlatLaf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FEDF7-72FA-4D1F-B7A6-439C5BF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base moderna para Swing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56965-99D6-4E3E-8DA1-B893A237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6E534-8763-4B5B-9510-B2469F07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49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RoundedButton, RoundedPanel, EmptyState e StickerCard como blocos reutilizáveis.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2E6FC-5F38-4324-938E-97B8661A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547A7-5CA6-4205-AD2B-698C1835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49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paintComponent e Graphics2D para estados visuais customizados.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784EE-16E6-4FB7-B46D-0B8C6C6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7BCDE-AB8B-4283-AFD8-DC20F458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49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Sem gerador visual ou código automático de interface.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C4C30-3146-46AE-99B5-2878F3FF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9/11</a:t>
            </a:r>
          </a:p>
        </p:txBody>
      </p:sp>
    </p:spTree>
    <p:extLst>
      <p:ext uri="{BB962C8B-B14F-4D97-AF65-F5344CB8AC3E}">
        <p14:creationId xmlns:p14="http://schemas.microsoft.com/office/powerpoint/2010/main" val="477385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7704C4-BC60-4FA6-9DEF-8F35002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2C6BA-3A5A-4187-A24C-9D80384A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Desafios técnicos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38E8D-4F20-4A91-A64B-FF1C85B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Problemas reais encontrados durante a implementação.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737D-61A5-48B4-A7C4-CFAE6F25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913BC-52ED-4412-92EE-D54A4121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Geist"/>
                <a:ea typeface="Geist"/>
                <a:cs typeface="Geist"/>
              </a:defRPr>
            </a:pPr>
            <a:r>
              <a:t>WrapLayout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7EF98-A452-4A69-80B9-23462A90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0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Swing não tem flexbox; o grid precisava quebrar linha.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F8E72-1854-4E8F-92AB-DE86D29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8FAC4-C95B-4E8F-9566-7F4D0B37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HashMap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75E97-AF8F-4B80-8E3D-2FA61467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Cache evita recarregar imagens durante o scroll.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BA9B6-460C-461D-8C8A-82F4465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0E13A-66E8-483B-8A1B-CDA44D5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SwingWorker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9CA86-D30F-4701-9B22-217BC83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Banco e rede fora da thread que desenha a UI.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600EA-187F-40D6-B73E-C41DCE2E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4EE5D-B3EB-4DB8-918B-F2977460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Migrations / Seed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C8831-C05F-47D9-8894-24D9B53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Estrutura e dados iniciais separados.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403CE-F35F-422F-91D0-4C78D115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10/11</a:t>
            </a:r>
          </a:p>
        </p:txBody>
      </p:sp>
    </p:spTree>
    <p:extLst>
      <p:ext uri="{BB962C8B-B14F-4D97-AF65-F5344CB8AC3E}">
        <p14:creationId xmlns:p14="http://schemas.microsoft.com/office/powerpoint/2010/main" val="199130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E7513-582F-406B-8278-46938CF7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9FA4E-8460-47E6-A638-DF262EB7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B0F34-626A-4988-8478-5F3F1E61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A3A3"/>
                </a:solidFill>
                <a:latin typeface="Geist"/>
                <a:ea typeface="Geist"/>
                <a:cs typeface="Geist"/>
              </a:defRPr>
            </a:pPr>
            <a:r>
              <a:t>O projeto entrega o requisito e mostra decisões conscientes.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BB66F-18F2-407A-9D0C-806D4683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367F0-3A51-4DCA-9E95-83ADCF64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Aplicativo desktop funcional em Java, Swing, JDBC e MySQL.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58CD0-0627-4E37-B9F2-2A15E40F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1862B-E6F3-40B5-93DE-5C876DA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Arquitetura simples com responsabilidades separadas.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EE110-6DDC-4512-B6FC-A94C7FB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007F2-038B-4EE6-87F1-E2FEA26A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Banco reproduzível e dados persistentes.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74522-532E-4E97-A1FA-7922BC29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5C9CA-32D3-4560-8C1A-65734DF5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Evoluções naturais: múltiplos usuários, sync e outros álbuns.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D914C-C1BB-4064-AC18-E04DB54E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81798-97C3-4A16-B68D-915F134E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5F5"/>
                </a:solidFill>
                <a:latin typeface="Geist"/>
                <a:ea typeface="Geist"/>
                <a:cs typeface="Geist"/>
              </a:defRPr>
            </a:pPr>
            <a:r>
              <a:t>Pronto para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35A21-C288-4444-845B-529262E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252"/>
                </a:solidFill>
                <a:latin typeface="Geist"/>
                <a:ea typeface="Geist"/>
                <a:cs typeface="Geist"/>
              </a:defRPr>
            </a:pPr>
            <a:r>
              <a:t>Cola Aí · 11/11</a:t>
            </a:r>
          </a:p>
        </p:txBody>
      </p:sp>
    </p:spTree>
    <p:extLst>
      <p:ext uri="{BB962C8B-B14F-4D97-AF65-F5344CB8AC3E}">
        <p14:creationId xmlns:p14="http://schemas.microsoft.com/office/powerpoint/2010/main" val="1433636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2026-06-02T03:02:41.9260000Z</dcterms:created>
  <dcterms:modified xsi:type="dcterms:W3CDTF">2026-06-02T03:02:41.9260000Z</dcterms:modified>
</coreProperties>
</file>